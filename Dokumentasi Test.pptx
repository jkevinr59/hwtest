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57" r:id="rId4"/>
    <p:sldId id="286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5" r:id="rId13"/>
    <p:sldId id="266" r:id="rId14"/>
    <p:sldId id="267" r:id="rId16"/>
    <p:sldId id="268" r:id="rId17"/>
    <p:sldId id="269" r:id="rId18"/>
    <p:sldId id="271" r:id="rId19"/>
    <p:sldId id="270" r:id="rId20"/>
    <p:sldId id="273" r:id="rId21"/>
    <p:sldId id="272" r:id="rId22"/>
    <p:sldId id="274" r:id="rId23"/>
    <p:sldId id="276" r:id="rId24"/>
    <p:sldId id="278" r:id="rId25"/>
    <p:sldId id="277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Dokumentasi Test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Aplikasi HR APP Test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Server Node JS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Aplikasi yang dibuat pada tugas 1 menggunakan docker, nodejs, postgresql </a:t>
            </a:r>
            <a:endParaRPr lang="en-US"/>
          </a:p>
          <a:p>
            <a:r>
              <a:rPr lang="en-US"/>
              <a:t>Asumsi :</a:t>
            </a:r>
            <a:endParaRPr lang="en-US"/>
          </a:p>
          <a:p>
            <a:pPr lvl="1"/>
            <a:r>
              <a:rPr lang="en-US"/>
              <a:t> penyimpanan data ditaruh dalam postgresql.</a:t>
            </a:r>
            <a:endParaRPr lang="en-US"/>
          </a:p>
          <a:p>
            <a:pPr lvl="1"/>
            <a:r>
              <a:rPr lang="en-US"/>
              <a:t>Data yang digunakan untuk frontend pada hari pertama adalah frontend formulir pendaftaran peserta huawei (test backend tidak memberikan contoh formulir yang diberikan)</a:t>
            </a:r>
            <a:endParaRPr lang="en-US"/>
          </a:p>
          <a:p>
            <a:pPr lvl="1"/>
            <a:r>
              <a:rPr lang="en-US"/>
              <a:t>Versi node yang digunakan adalah versi 24</a:t>
            </a:r>
            <a:endParaRPr lang="en-US"/>
          </a:p>
          <a:p>
            <a:pPr lvl="1"/>
            <a:r>
              <a:rPr lang="en-US"/>
              <a:t>Docker yang digunakan adalah docker versi 29.3.1</a:t>
            </a:r>
            <a:endParaRPr lang="en-US"/>
          </a:p>
          <a:p>
            <a:pPr lvl="1"/>
            <a:r>
              <a:rPr lang="en-US"/>
              <a:t>Docker memiliki plugin docker compose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Instalasi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1"/>
            <a:r>
              <a:rPr lang="en-US"/>
              <a:t>setelah melakukan clone repositori, harap melakukan copy file .env.example ke .env </a:t>
            </a:r>
            <a:endParaRPr lang="en-US"/>
          </a:p>
          <a:p>
            <a:pPr lvl="1"/>
            <a:r>
              <a:rPr lang="en-US"/>
              <a:t>dalam file .env sesuaikan dengan port yang digunakan untuk app dan host db</a:t>
            </a:r>
            <a:endParaRPr lang="en-US"/>
          </a:p>
          <a:p>
            <a:pPr lvl="1"/>
            <a:r>
              <a:rPr lang="en-US"/>
              <a:t>jalankan “docker compose --build -d”</a:t>
            </a:r>
            <a:endParaRPr lang="en-US"/>
          </a:p>
          <a:p>
            <a:pPr lvl="1"/>
            <a:r>
              <a:rPr lang="en-US"/>
              <a:t>untuk menghentikan docker, menggunakan docker compose down </a:t>
            </a:r>
            <a:endParaRPr lang="en-US"/>
          </a:p>
          <a:p>
            <a:pPr lvl="1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Docker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Penggunaan docker bertujuan untuk mengurangi ketidakcocokan yang terjadi saat program test akan diinstalasikan</a:t>
            </a:r>
            <a:endParaRPr lang="en-US"/>
          </a:p>
          <a:p>
            <a:r>
              <a:rPr lang="en-US"/>
              <a:t>Penggunaan docker mempermudah instalasi karena mengurangi kebutuhan untuk menulis atau kebutuhan konfigurasi</a:t>
            </a:r>
            <a:endParaRPr lang="en-US"/>
          </a:p>
          <a:p>
            <a:r>
              <a:rPr lang="en-US"/>
              <a:t>Penggunaan docker compose mempermudah developer melakukan konfigurasi dalam satu file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Penggunaan(1)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/>
              <a:t>Segera setelah instalasi, pengguna dapat langsung mengakses server secara lokal dengan mengakses url localhost:3000</a:t>
            </a:r>
            <a:endParaRPr lang="en-US"/>
          </a:p>
          <a:p>
            <a:r>
              <a:rPr lang="en-US"/>
              <a:t>Dengan menggunakan method maka hasil yang diciptakan adalah sebagai berikut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2"/>
          </p:nvPr>
        </p:nvPicPr>
        <p:blipFill>
          <a:blip r:embed="rId1"/>
          <a:srcRect l="2019" r="2019"/>
          <a:stretch>
            <a:fillRect/>
          </a:stretch>
        </p:blipFill>
        <p:spPr>
          <a:xfrm>
            <a:off x="6172200" y="1825625"/>
            <a:ext cx="5181600" cy="4351655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API Applicant List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/>
              <a:t>Endpoint untuk mengakses semua data applicant yang telah masuk, dibatasi hingga 100 applicant terbaru yang dicatat</a:t>
            </a:r>
            <a:endParaRPr lang="en-US"/>
          </a:p>
          <a:p>
            <a:r>
              <a:rPr lang="en-US"/>
              <a:t>Method get</a:t>
            </a:r>
            <a:endParaRPr lang="en-US"/>
          </a:p>
          <a:p>
            <a:r>
              <a:rPr lang="en-US"/>
              <a:t>Url : localhost:3000/applicants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172200" y="2404110"/>
            <a:ext cx="5181600" cy="3194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API Detail Applicant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/>
              <a:t>Endpoint untuk mengakses detail applicant, menggunakan id applicant yang tertera dari list applicant api</a:t>
            </a:r>
            <a:endParaRPr lang="en-US"/>
          </a:p>
          <a:p>
            <a:r>
              <a:rPr lang="en-US"/>
              <a:t>Method: Get</a:t>
            </a:r>
            <a:endParaRPr lang="en-US"/>
          </a:p>
          <a:p>
            <a:r>
              <a:rPr lang="en-US"/>
              <a:t>Contoh url : </a:t>
            </a:r>
            <a:br>
              <a:rPr lang="en-US"/>
            </a:br>
            <a:r>
              <a:rPr lang="en-US"/>
              <a:t>localhost:3000/applicants/2</a:t>
            </a:r>
            <a:endParaRPr lang="en-US"/>
          </a:p>
          <a:p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013575" y="1825625"/>
            <a:ext cx="349758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API Create Applicant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0000" lnSpcReduction="10000"/>
          </a:bodyPr>
          <a:p>
            <a:r>
              <a:rPr lang="en-US"/>
              <a:t>Api untuk membuat applicant baru</a:t>
            </a:r>
            <a:endParaRPr lang="en-US"/>
          </a:p>
          <a:p>
            <a:r>
              <a:rPr lang="en-US"/>
              <a:t>Method POST</a:t>
            </a:r>
            <a:endParaRPr lang="en-US"/>
          </a:p>
          <a:p>
            <a:r>
              <a:rPr lang="en-US"/>
              <a:t>contoh URL:</a:t>
            </a:r>
            <a:br>
              <a:rPr lang="en-US"/>
            </a:br>
            <a:r>
              <a:rPr lang="en-US"/>
              <a:t>localhost:3000/applicants</a:t>
            </a:r>
            <a:endParaRPr lang="en-US"/>
          </a:p>
          <a:p>
            <a:r>
              <a:rPr lang="en-US" altLang="en-US"/>
              <a:t>Contoh body: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"name": "Joshua Kevin",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"email": "jokevin@example.com",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"phone": "081234567891"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</a:t>
            </a: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172200" y="2464435"/>
            <a:ext cx="5181600" cy="307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Pembuktian API Store masuk dengan memanggil api list</a:t>
            </a:r>
            <a:endParaRPr lang="en-US"/>
          </a:p>
        </p:txBody>
      </p:sp>
      <p:pic>
        <p:nvPicPr>
          <p:cNvPr id="9" name="Content Placeholder 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87600" y="1825625"/>
            <a:ext cx="741553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API Update Applicants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60000"/>
          </a:bodyPr>
          <a:p>
            <a:r>
              <a:rPr lang="en-US">
                <a:sym typeface="+mn-ea"/>
              </a:rPr>
              <a:t>Api untuk mengupdate data aplicants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Method POST</a:t>
            </a:r>
            <a:endParaRPr lang="en-US"/>
          </a:p>
          <a:p>
            <a:r>
              <a:rPr lang="en-US">
                <a:sym typeface="+mn-ea"/>
              </a:rPr>
              <a:t>URL:</a:t>
            </a:r>
            <a:br>
              <a:rPr lang="en-US">
                <a:sym typeface="+mn-ea"/>
              </a:rPr>
            </a:br>
            <a:r>
              <a:rPr lang="en-US">
                <a:sym typeface="+mn-ea"/>
              </a:rPr>
              <a:t>localhost:3000/applicants/&lt;id applicants&gt;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Contoh url:</a:t>
            </a:r>
            <a:br>
              <a:rPr lang="en-US">
                <a:sym typeface="+mn-ea"/>
              </a:rPr>
            </a:br>
            <a:r>
              <a:rPr lang="en-US">
                <a:sym typeface="+mn-ea"/>
              </a:rPr>
              <a:t>localhost:3000/applicants/11</a:t>
            </a:r>
            <a:endParaRPr lang="en-US"/>
          </a:p>
          <a:p>
            <a:r>
              <a:rPr lang="en-US" altLang="en-US">
                <a:sym typeface="+mn-ea"/>
              </a:rPr>
              <a:t>Contoh body: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{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"name": "Joshua Kevin Updated",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"email": "jokevin@example.com",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"phone": "081234567891"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}</a:t>
            </a:r>
            <a:endParaRPr lang="en-US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660515" y="1825625"/>
            <a:ext cx="420433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sym typeface="+mn-ea"/>
              </a:rPr>
              <a:t>Pembuktian API Update masuk dengan memanggil api list</a:t>
            </a:r>
            <a:endParaRPr 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71470" y="1825625"/>
            <a:ext cx="644779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Tugas 2 : Scheduler automation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Premis:</a:t>
            </a:r>
            <a:endParaRPr lang="en-US"/>
          </a:p>
          <a:p>
            <a:pPr lvl="1"/>
            <a:r>
              <a:rPr lang="en-US"/>
              <a:t>Untuk kebutuhan test dan kenyamanan test, folder /home/cron yang dijadikan penilaian saya masukkan ke volumes pada docker untuk menjaga konsistensi hasil</a:t>
            </a:r>
            <a:endParaRPr lang="en-US"/>
          </a:p>
          <a:p>
            <a:pPr lvl="1"/>
            <a:r>
              <a:rPr lang="en-US"/>
              <a:t>jika memang dibutuhkan agar masuk ke /home/cron, saya sudah sediakan file konfigurasi khusus production yang mengatur agar volumenya benar benar di bind ke /home/cron 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Scripts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semua scripts masuk pada folder scripts dan diintegrasikan dengan nodejs, berupa masuknya file scripts pada package.json dan dapat dipanggil menggunakan npm pada root project folder</a:t>
            </a:r>
            <a:endParaRPr lang="en-US"/>
          </a:p>
          <a:p>
            <a:r>
              <a:rPr lang="en-US"/>
              <a:t>Command “npm run collect” menjalankan scripts pada ./scripts/collectdata.js</a:t>
            </a:r>
            <a:endParaRPr lang="en-US"/>
          </a:p>
          <a:p>
            <a:r>
              <a:rPr lang="en-US"/>
              <a:t>Command “npm run clean” menjalankan scripts pada ./scripts/dataclean.js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Crontab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karena adanya kebutuhan untuk membaca database dan keterbatasan waktu, maka crontab saat ini bagian atas harus menyertakan env database_url selain dari crontab yang dibutuhkan</a:t>
            </a:r>
            <a:endParaRPr lang="en-US"/>
          </a:p>
          <a:p>
            <a:r>
              <a:rPr lang="en-US"/>
              <a:t>Syntax Cron config yang digunakan: </a:t>
            </a:r>
            <a:endParaRPr lang="en-US"/>
          </a:p>
          <a:p>
            <a:pPr lvl="1"/>
            <a:r>
              <a:rPr lang="en-US"/>
              <a:t>tiap jam 8,12,15 menjalankan npm run collect</a:t>
            </a:r>
            <a:endParaRPr lang="en-US"/>
          </a:p>
          <a:p>
            <a:pPr lvl="1"/>
            <a:r>
              <a:rPr lang="en-US"/>
              <a:t>tiap menit menjalankan npm run clean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Bentuk crontab pada container hrapp_cron setelah instalasi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63065" y="1825625"/>
            <a:ext cx="886523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Hasil cron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ym typeface="+mn-ea"/>
              </a:rPr>
              <a:t>untuk pengerjaan cron dilakukan pada container tersendiri di hrapp_cron karena docker hanya bisa menjalankan 1 fungsi aktif dan docker tidak bisa menjalankan cron sebagai background process, sehingga harus menggunakan cron sebagai foreground process</a:t>
            </a:r>
            <a:endParaRPr lang="en-US"/>
          </a:p>
          <a:p>
            <a:r>
              <a:rPr lang="en-US"/>
              <a:t>untuk mengecek apakah aplikasi berjalan atau tidak, menggunakan collect.log dan clean.log dimana keduanya akan dihapus juga setelah 1 bulan berjalan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contoh hasil /home/cron yang di mount dalam volume hrapp_crondata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43480" y="1825625"/>
            <a:ext cx="730440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contoh jika ditarik dari /home/cron di dalam docker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0515" y="1825625"/>
            <a:ext cx="90297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collectdata.js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Scripts ini menjalankan fungsi list applicant yang digunakan pada server, lalu diubah menjadi .csv, disimpan pada /home/cron</a:t>
            </a:r>
            <a:endParaRPr lang="en-US"/>
          </a:p>
          <a:p>
            <a:r>
              <a:rPr lang="en-US"/>
              <a:t>hasil error atau hasil log yang diberikan disimpan padah /home/cron/collect.log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cleandata.js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ym typeface="+mn-ea"/>
              </a:rPr>
              <a:t>Scripts ini membuka semua file di /home/cron ,lalu menghapus jika usia data sudah lebih dari 1 bulan atau sesuai kondisi hapus yang digunakan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untuk mengubah kondisi hapus, dapat mengganti pada line “</a:t>
            </a:r>
            <a:r>
              <a:rPr lang="en-US" altLang="en-US"/>
              <a:t>let deleteCondition = now.diff(fileTime, 'months') &gt; 1;”</a:t>
            </a:r>
            <a:endParaRPr lang="en-US" altLang="en-US"/>
          </a:p>
          <a:p>
            <a:r>
              <a:rPr lang="en-US">
                <a:sym typeface="+mn-ea"/>
              </a:rPr>
              <a:t>hasil error atau hasil log yang diberikan disimpan padah /home/cron/clean.log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Tugas 3 SQL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tugas sql dikerjakan dengan asumsi db yang berjalan di postgresql</a:t>
            </a:r>
            <a:endParaRPr lang="en-US"/>
          </a:p>
          <a:p>
            <a:r>
              <a:rPr lang="en-US"/>
              <a:t>untuk kemudahan test, saya menggunakan container db dan scripts tugas yang diberikan saya taruh pada folder db_scripts dan akan di mount langsung ke dalam path /home/db_scripts pada container db</a:t>
            </a:r>
            <a:endParaRPr lang="en-US"/>
          </a:p>
          <a:p>
            <a:r>
              <a:rPr lang="en-US"/>
              <a:t>penggantian lokasi bisa diganti lewat compose.yaml yang digunakan</a:t>
            </a:r>
            <a:endParaRPr lang="en-US"/>
          </a:p>
          <a:p>
            <a:r>
              <a:rPr lang="en-US"/>
              <a:t>untuk menjalankan hasil menggunakan db container, bisa menggunakan syntax:</a:t>
            </a:r>
            <a:endParaRPr lang="en-US"/>
          </a:p>
          <a:p>
            <a:pPr lvl="1"/>
            <a:r>
              <a:rPr lang="en-US" altLang="en-US"/>
              <a:t>docker exec -i hr_app_db psql -U app -d appdatabase -f /home/db_scripts/(nama file, misal task1.sql)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asumsi tabel staff dengan sql create table sebagai berikut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CREATE TABLE public.staff (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	id bigserial NOT NULL PRIMARY KEY,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	name varchar(255) NOT NULL,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	position varchar(255) NOT NULL,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	join_date date NOT NULL,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	release_date date NULL,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	years_of_experience int NOT NULL,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	salary numeric(10, 2) NOT NULL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);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keadaan sebelum dilakukan tugas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57095" y="1825625"/>
            <a:ext cx="787654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TASK 1</a:t>
            </a:r>
            <a:endParaRPr lang="en-US"/>
          </a:p>
        </p:txBody>
      </p:sp>
      <p:pic>
        <p:nvPicPr>
          <p:cNvPr id="7" name="Content Placeholder 6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3206750"/>
            <a:ext cx="5181600" cy="1588135"/>
          </a:xfrm>
          <a:prstGeom prst="rect">
            <a:avLst/>
          </a:prstGeom>
        </p:spPr>
      </p:pic>
      <p:pic>
        <p:nvPicPr>
          <p:cNvPr id="8" name="Content Placeholder 7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231515"/>
            <a:ext cx="5181600" cy="15386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Task 2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3241040"/>
            <a:ext cx="5181600" cy="151955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067685"/>
            <a:ext cx="5181600" cy="18662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Task 3 (asumsi jumlah salary akhir tahun 2021)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3166110"/>
            <a:ext cx="5181600" cy="166941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156585"/>
            <a:ext cx="5181600" cy="168846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task 3 alternatives(kalau asumsi awal 2021)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3091180"/>
            <a:ext cx="5181600" cy="1819910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086100"/>
            <a:ext cx="5181600" cy="182943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Task 4 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2701925"/>
            <a:ext cx="5181600" cy="259778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055620"/>
            <a:ext cx="5181600" cy="18903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Task 5</a:t>
            </a:r>
            <a:endParaRPr 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2773045"/>
            <a:ext cx="5181600" cy="245554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3115310"/>
            <a:ext cx="5181600" cy="177101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Contact person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jika terdapat kendala, dapat menghubungi email saya di jokevin.rachmadi@gmail.com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5361</Words>
  <Application>WPS Presentation</Application>
  <PresentationFormat>Widescreen</PresentationFormat>
  <Paragraphs>157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Dokumentasi Test</vt:lpstr>
      <vt:lpstr>Server Node JS</vt:lpstr>
      <vt:lpstr>PowerPoint 演示文稿</vt:lpstr>
      <vt:lpstr>Docker</vt:lpstr>
      <vt:lpstr>Penggunaan(1)</vt:lpstr>
      <vt:lpstr>API Applicant List</vt:lpstr>
      <vt:lpstr>API Detail Applicant</vt:lpstr>
      <vt:lpstr>API Create Applicant </vt:lpstr>
      <vt:lpstr>Pembuktian API Store masuk dengan memanggil api list</vt:lpstr>
      <vt:lpstr>API Update Applicants</vt:lpstr>
      <vt:lpstr>Pembuktian API Update masuk dengan memanggil api list</vt:lpstr>
      <vt:lpstr>Tugas 2 : Scheduler automation</vt:lpstr>
      <vt:lpstr>Scripts</vt:lpstr>
      <vt:lpstr>Crontab </vt:lpstr>
      <vt:lpstr>Bentuk crontab pada container hrapp_cron setelah instalasi</vt:lpstr>
      <vt:lpstr>Hasil cron</vt:lpstr>
      <vt:lpstr>contoh hasil /home/cron yang di mount dalam volume hrapp_crondata</vt:lpstr>
      <vt:lpstr>contoh jika ditarik dari /home/cron di dalam docker</vt:lpstr>
      <vt:lpstr>collectdata.js</vt:lpstr>
      <vt:lpstr>cleandata.js</vt:lpstr>
      <vt:lpstr>Tugas 3 SQL </vt:lpstr>
      <vt:lpstr>asumsi tabel staff dengan sql create table sebagai berikut</vt:lpstr>
      <vt:lpstr>keadaan sebelum dilakukan tugas</vt:lpstr>
      <vt:lpstr>TASK 1</vt:lpstr>
      <vt:lpstr>Task 2</vt:lpstr>
      <vt:lpstr>Task 3 (asumsi jumlah salary akhir tahun 2021)</vt:lpstr>
      <vt:lpstr>task 3 alternatives(kalau asumsi awal 2021)</vt:lpstr>
      <vt:lpstr>Task 4 </vt:lpstr>
      <vt:lpstr>Task 5</vt:lpstr>
      <vt:lpstr>Contact person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 S I</dc:creator>
  <cp:lastModifiedBy>Joshua Kevin</cp:lastModifiedBy>
  <cp:revision>4</cp:revision>
  <dcterms:created xsi:type="dcterms:W3CDTF">2025-07-23T00:59:00Z</dcterms:created>
  <dcterms:modified xsi:type="dcterms:W3CDTF">2026-04-20T04:11:49Z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A4306C31697043EC94129FA7DDB32BD0_11</vt:lpwstr>
  </property>
  <property fmtid="{D5CDD505-2E9C-101B-9397-08002B2CF9AE}" pid="3" name="KSOProductBuildVer">
    <vt:lpwstr>1033-12.2.0.23196</vt:lpwstr>
  </property>
</Properties>
</file>